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AGRINOVA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B300"/>
                </a:solidFill>
                <a:latin typeface="Calibri"/>
              </a:rPr>
              <a:t>AI-Powered Agriculture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Empowering Farmers with Smart Technology
Disease Detection  •  Market Access  •  Government Schemes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411480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5902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Flutter  •  FastAPI  •  TensorFlow  •  Cohere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8"/>
                </a:solidFill>
                <a:latin typeface="Calibri"/>
              </a:rPr>
              <a:t>2024  |  Academic Final Year Project</a:t>
            </a:r>
          </a:p>
        </p:txBody>
      </p:sp>
      <p:pic>
        <p:nvPicPr>
          <p:cNvPr id="11" name="Picture 10" descr="agrinova_home_screen_1788339915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384048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Agrinova is an AI-driven, multilingual mobile application designed to transform rural agriculture in India.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The app enables farmers to detect crop diseases instantly via smartphone camera using deep learning models trained on plant disease datasets.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A conversational AI assistant powered by Cohere LLM provides personalised crop, fertilizer, and yield recommendations in Telugu, Hindi, and English.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An integrated marketplace allows farmers to buy/sell machinery, hire labour, and procure fertilizers — with built-in AI price negotiation.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Real-time government scheme discovery and one-click application bridging the digital divide for rural farmers.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Built on Flutter + FastAPI + TensorFlow stack, the platform is cross-platform (Android/iOS) and deployable on cloud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Existing Solution &amp; Its Drawbacks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Farmers rely on manual visual inspection for crop disease diagnosis — prone to high error rates and late detection.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Extension services and agricultural officers are limited in reach; many remote farmers get no expert advice at all.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Crop price information comes from middlemen, creating information asymmetry and unfair pricing for farmers.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Fragmented apps for market, schemes, and advice mean farmers juggle multiple platforms in an unfamiliar language.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Government scheme portals are English-only, require internet literacy, and involve complex paper-based processes.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</a:rPr>
              <a:t>▸  </a:t>
            </a:r>
            <a:r>
              <a:rPr sz="1600">
                <a:solidFill>
                  <a:srgbClr val="212721"/>
                </a:solidFill>
                <a:latin typeface="Calibri"/>
              </a:rPr>
              <a:t>No unified, intelligent system exists that combines disease detection, recommendations, market, and schemes in one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Proposed Solution — Agrinova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64008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9436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Instant AI crop disease detection using TensorFlow CNN models — results in under 10 seconds from image upload.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Smart crop and fertilizer recommendation engine using Scikit-learn models trained on soil, rainfall, and season data.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Multilingual AI assistant (Telugu, Hindi, English) powered by Cohere LLM for natural language queries.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Integrated marketplace for machinery rental, </a:t>
            </a:r>
            <a:r>
              <a:rPr sz="1600" dirty="0" err="1">
                <a:solidFill>
                  <a:srgbClr val="212721"/>
                </a:solidFill>
                <a:latin typeface="Calibri"/>
              </a:rPr>
              <a:t>labour</a:t>
            </a:r>
            <a:r>
              <a:rPr sz="1600" dirty="0">
                <a:solidFill>
                  <a:srgbClr val="212721"/>
                </a:solidFill>
                <a:latin typeface="Calibri"/>
              </a:rPr>
              <a:t> booking, and fertilizer purchase with AI-assisted price negotiation.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Automated government scheme discovery filtered by farmer profile, state, and crop type — with direct application links.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Offline-capable local data caching via Hive and push notifications via Firebase Cloud Messaging.</a:t>
            </a:r>
            <a:endParaRPr lang="en-US" sz="1600" dirty="0">
              <a:solidFill>
                <a:srgbClr val="212721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br>
              <a:rPr lang="en-US" sz="1600" dirty="0">
                <a:solidFill>
                  <a:srgbClr val="212721"/>
                </a:solidFill>
                <a:latin typeface="Calibri"/>
              </a:rPr>
            </a:br>
            <a:endParaRPr sz="1600" dirty="0">
              <a:solidFill>
                <a:srgbClr val="212721"/>
              </a:solidFill>
              <a:latin typeface="Calibri"/>
            </a:endParaRPr>
          </a:p>
        </p:txBody>
      </p:sp>
      <p:pic>
        <p:nvPicPr>
          <p:cNvPr id="7" name="Picture 6" descr="agrinova_disease_detection_17883399749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484632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Working Model —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pic>
        <p:nvPicPr>
          <p:cNvPr id="5" name="Picture 4" descr="agrinova_working_flow_1788340088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" y="1239012"/>
            <a:ext cx="1143000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721"/>
                </a:solidFill>
                <a:latin typeface="Calibri"/>
              </a:rPr>
              <a:t>Sequential 5-step user journey: Register → Upload Image → AI Detection → Recommendations → Market &amp; Schemes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Working Model — App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pic>
        <p:nvPicPr>
          <p:cNvPr id="5" name="Picture 4" descr="agrinova_home_screen_1788339915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92" y="868680"/>
            <a:ext cx="576072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355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212721"/>
                </a:solidFill>
                <a:latin typeface="Calibri"/>
              </a:rPr>
              <a:t>🏠  Home Screen – Crop Upload &amp; Quick Navigation</a:t>
            </a:r>
          </a:p>
        </p:txBody>
      </p:sp>
      <p:pic>
        <p:nvPicPr>
          <p:cNvPr id="7" name="Picture 6" descr="agrinova_market_schemes_1788339995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669280" cy="5394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6355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2721"/>
                </a:solidFill>
                <a:latin typeface="Calibri"/>
              </a:rPr>
              <a:t>🛒  Marketplace &amp; Government Schemes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pic>
        <p:nvPicPr>
          <p:cNvPr id="5" name="Picture 4" descr="farmer_ai_architecture_17883397495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721"/>
                </a:solidFill>
                <a:latin typeface="Calibri"/>
              </a:rPr>
              <a:t>Flutter Frontend ↔ FastAPI Backend ↔ TensorFlow AI Engine &amp; Cohere LLM ↔ SQLite Database | Cloud Hosted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Agrinova  |  AI-Powered Agriculture Platform  | 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" y="100584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6888" y="1005840"/>
            <a:ext cx="274320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📱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64792"/>
            <a:ext cx="109728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Flutter (Dart)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587752"/>
            <a:ext cx="109728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4231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Google Fonts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10712"/>
            <a:ext cx="109728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2461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Provider State Mgmt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233672"/>
            <a:ext cx="109728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069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Hive (local DB)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056632"/>
            <a:ext cx="109728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8920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Firebase Messaging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1256" y="100584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91256" y="1005840"/>
            <a:ext cx="2743200" cy="50292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82696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⚙️ 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8416" y="1764792"/>
            <a:ext cx="109728" cy="109728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11296" y="16002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FastAPI (Python)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28416" y="2587752"/>
            <a:ext cx="109728" cy="109728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11296" y="24231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SQLite 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28416" y="3410712"/>
            <a:ext cx="109728" cy="109728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11296" y="32461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Render Cloud Hosting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28416" y="4233672"/>
            <a:ext cx="109728" cy="109728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11296" y="4069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REST API (JSON/HTTPS)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28416" y="5056632"/>
            <a:ext cx="109728" cy="109728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11296" y="48920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Docker Container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35624" y="100584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35624" y="1005840"/>
            <a:ext cx="2743200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27064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🤖 AI / 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2784" y="1764792"/>
            <a:ext cx="109728" cy="1097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55664" y="16002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TensorFlow (Disease CNN)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2587752"/>
            <a:ext cx="109728" cy="1097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5664" y="24231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Scikit-learn (Crop Rec.)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4" y="3410712"/>
            <a:ext cx="109728" cy="1097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32461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Cohere LLM (NLP Chat)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4233672"/>
            <a:ext cx="109728" cy="1097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55664" y="4069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Custom Trained Models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5056632"/>
            <a:ext cx="109728" cy="1097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55664" y="48920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Pickle Model Serialization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9992" y="100584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079992" y="1005840"/>
            <a:ext cx="274320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71432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🔗 Integrations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17152" y="1764792"/>
            <a:ext cx="109728" cy="1097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00032" y="16002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data.gov.in Market API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17152" y="2587752"/>
            <a:ext cx="109728" cy="1097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00032" y="24231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Firebase Cloud Messaging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17152" y="3410712"/>
            <a:ext cx="109728" cy="1097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00032" y="32461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Google Maps SDK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17152" y="4233672"/>
            <a:ext cx="109728" cy="1097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00032" y="4069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Government Scheme APIs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17152" y="5056632"/>
            <a:ext cx="109728" cy="1097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00032" y="48920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721"/>
                </a:solidFill>
                <a:latin typeface="Calibri"/>
              </a:rPr>
              <a:t>Agri Weather Data API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Agrinova  |  AI-Powered Agriculture Platform  | 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Impact on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pic>
        <p:nvPicPr>
          <p:cNvPr id="5" name="Picture 4" descr="agrinova_impact_17883400493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2721"/>
                </a:solidFill>
                <a:latin typeface="Calibri"/>
              </a:rPr>
              <a:t>+30% Crop Yield  •  50,000+ Farmers Empowered  •  Disease Detected in 10s  •  200+ Government Schemes Accessible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Agrinova  |  AI-Powered Agriculture Platform  | 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09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300"/>
                </a:solidFill>
                <a:latin typeface="Calibri"/>
              </a:rPr>
              <a:t>AGRINOVA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 err="1">
                <a:solidFill>
                  <a:srgbClr val="212721"/>
                </a:solidFill>
                <a:latin typeface="Calibri"/>
              </a:rPr>
              <a:t>Agrinova</a:t>
            </a:r>
            <a:r>
              <a:rPr sz="1600" dirty="0">
                <a:solidFill>
                  <a:srgbClr val="212721"/>
                </a:solidFill>
                <a:latin typeface="Calibri"/>
              </a:rPr>
              <a:t> bridges the gap between cutting-edge AI technology and India's rural farming communities.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Early disease detection, </a:t>
            </a:r>
            <a:r>
              <a:rPr sz="1600" dirty="0" err="1">
                <a:solidFill>
                  <a:srgbClr val="212721"/>
                </a:solidFill>
                <a:latin typeface="Calibri"/>
              </a:rPr>
              <a:t>personalised</a:t>
            </a:r>
            <a:r>
              <a:rPr sz="1600" dirty="0">
                <a:solidFill>
                  <a:srgbClr val="212721"/>
                </a:solidFill>
                <a:latin typeface="Calibri"/>
              </a:rPr>
              <a:t> recommendations, and transparent market access directly improve farmer income.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Multilingual support (Telugu, Hindi, English) ensures inclusivity across diverse farming regions.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The platform has potential to scale nationally, integrating with UIDAI (Aadhaar) for farmer identity verification.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>
                <a:solidFill>
                  <a:srgbClr val="212721"/>
                </a:solidFill>
                <a:latin typeface="Calibri"/>
              </a:rPr>
              <a:t>Future Scope: IoT sensor integration for real-time soil monitoring, satellite imagery for field analysis, and drone advisory services.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 dirty="0">
                <a:solidFill>
                  <a:srgbClr val="009688"/>
                </a:solidFill>
              </a:rPr>
              <a:t>▸  </a:t>
            </a:r>
            <a:r>
              <a:rPr sz="1600" dirty="0" err="1">
                <a:solidFill>
                  <a:srgbClr val="212721"/>
                </a:solidFill>
                <a:latin typeface="Calibri"/>
              </a:rPr>
              <a:t>Agrinova</a:t>
            </a:r>
            <a:r>
              <a:rPr sz="1600" dirty="0">
                <a:solidFill>
                  <a:srgbClr val="212721"/>
                </a:solidFill>
                <a:latin typeface="Calibri"/>
              </a:rPr>
              <a:t> stands as a complete, production-ready agricultural intelligence platform for India's 140 million farming households.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Agrinova  |  AI-Powered Agriculture Platform  |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733</Words>
  <Application>Microsoft Office PowerPoint</Application>
  <PresentationFormat>Custom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Ganesh Thummala</cp:lastModifiedBy>
  <cp:revision>2</cp:revision>
  <dcterms:created xsi:type="dcterms:W3CDTF">2013-01-27T09:14:16Z</dcterms:created>
  <dcterms:modified xsi:type="dcterms:W3CDTF">2026-09-02T09:24:38Z</dcterms:modified>
  <cp:category/>
</cp:coreProperties>
</file>